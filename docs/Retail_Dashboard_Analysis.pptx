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70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6FD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Discounted lines</c:v>
                  </c:pt>
                  <c:pt idx="1">
                    <c:v>No discount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15.1</c:v>
                </c:pt>
                <c:pt idx="1">
                  <c:v>25.8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by order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6FD9"/>
              </a:solidFill>
              <a:effectLst/>
            </c:spPr>
          </c:dPt>
          <c:dPt>
            <c:idx val="1"/>
            <c:bubble3D val="0"/>
            <c:spPr>
              <a:solidFill>
                <a:srgbClr val="E8702A"/>
              </a:solidFill>
              <a:effectLst/>
            </c:spPr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bubble3D val="0"/>
            <c:spPr>
              <a:solidFill>
                <a:srgbClr val="9AA5B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Completed</c:v>
                </c:pt>
                <c:pt idx="1">
                  <c:v>Cancelled</c:v>
                </c:pt>
                <c:pt idx="2">
                  <c:v>Returned</c:v>
                </c:pt>
                <c:pt idx="3">
                  <c:v>Pending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77.9</c:v>
                </c:pt>
                <c:pt idx="1">
                  <c:v>9.8</c:v>
                </c:pt>
                <c:pt idx="2">
                  <c:v>7</c:v>
                </c:pt>
                <c:pt idx="3">
                  <c:v>5.2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deck walks through the dashboard we built, what the data says, what problem it solves, and what a retailer could do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 is trust. Before any dashboard is useful, the data underneath has to be cleaned and modelled so that everyone gets the same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Bronze keeps data as received, Silver cleans and validates, Gold is the analysis-ready star schema. Fabric and Power BI sit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KPIs. The repeat-customer figure is an artefact of the data volume: 2,000 customers and about 19,800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Region and store-type differences come from how many stores each has, not from stronger stores. The double-height bars are a dashboard flaw: store_name is not unique, so two store IDs were merged.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Category margins are computed from Total Profit divided by Total Sales per category. The Unknown bar is a data-quality signal, not a lost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 mix and spend per customer. Premium spending slightly less than Regular suggests the segment is not tied to spend in this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two clearest signals in the data. Most other differences between regions, categories and segments are small because the dataset is synthetic and evenly distributed.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foundation of the dashboard. Without it, the duplicates and broken keys would flow straight into the totals.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strongest evidence is the exact match of totals across two independent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are grounded in numbers from the dashboard. The size of each prize would need validation on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honesty: which findings are strong, which are artefacts of synthetic data, and the concrete dashboard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Sales Analytics Dashboard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messy operational data to trusted business insight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Microsoft Fabric  →  Power BI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sales, products, stores and customers, with recommendations for the retailer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numbers nobody could trust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retailer sells through stores, a website and a mobile app. Its data arrives in different formats and is dirty: duplicates, missing values, broken references and invalid amounts. Any report built straight on it would be wrong.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880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the business needs answered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are we selling, and how profitable is it?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products, stores and regions perform best?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 customers and how much do they spend?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healthy are operations: cancellations, returns, payment failures?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1280160"/>
            <a:ext cx="4937760" cy="1417320"/>
          </a:xfrm>
          <a:prstGeom prst="roundRect">
            <a:avLst>
              <a:gd name="adj" fmla="val 7742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95160" y="1536192"/>
            <a:ext cx="502920" cy="50292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9516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6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1444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messy sources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1828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products, stores, orders, order items and payments, in CSV and Parquet.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2880360"/>
            <a:ext cx="4937760" cy="1417320"/>
          </a:xfrm>
          <a:prstGeom prst="roundRect">
            <a:avLst>
              <a:gd name="adj" fmla="val 7742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95160" y="3136392"/>
            <a:ext cx="502920" cy="50292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9516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6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3044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defects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34290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missing values, broken keys and negative amounts in 0.5% to 3% of rows.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4480560"/>
            <a:ext cx="4937760" cy="1417320"/>
          </a:xfrm>
          <a:prstGeom prst="roundRect">
            <a:avLst>
              <a:gd name="adj" fmla="val 7742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95160" y="4736592"/>
            <a:ext cx="502920" cy="50292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95160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6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4645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view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5029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model, so sales, product, store and customer views cannot be compared.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rates come from the documented data generator used to simulate a realistic retail feed.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built: raw data to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tables, CSV and Parquet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66544" y="2212848"/>
            <a:ext cx="274320" cy="256032"/>
          </a:xfrm>
          <a:prstGeom prst="rightArrow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95728" y="155448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395728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487168" y="2194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received, with lineage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05072" y="2212848"/>
            <a:ext cx="274320" cy="256032"/>
          </a:xfrm>
          <a:prstGeom prst="rightArrow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4256" y="155448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334256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425696" y="2194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Cleaned; bad rows quarantined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2212848"/>
            <a:ext cx="274320" cy="256032"/>
          </a:xfrm>
          <a:prstGeom prst="rightArrow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155448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72784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194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for analysis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82128" y="2212848"/>
            <a:ext cx="274320" cy="256032"/>
          </a:xfrm>
          <a:prstGeom prst="rightArrow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11312" y="155448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11312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194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and semantic model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820656" y="2212848"/>
            <a:ext cx="274320" cy="256032"/>
          </a:xfrm>
          <a:prstGeom prst="rightArrow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49840" y="155448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014984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0" y="2194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pages, 7 measures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57200" y="3840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94,277</a:t>
            </a:r>
            <a:endParaRPr lang="en-US" sz="5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892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 processed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297680" y="36576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4297680" y="3840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49,697</a:t>
            </a:r>
            <a:endParaRPr lang="en-US" sz="5400" dirty="0"/>
          </a:p>
        </p:txBody>
      </p:sp>
      <p:sp>
        <p:nvSpPr>
          <p:cNvPr id="31" name="Text 29"/>
          <p:cNvSpPr txBox="1"/>
          <p:nvPr/>
        </p:nvSpPr>
        <p:spPr>
          <a:xfrm>
            <a:off x="4480560" y="4892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sales lines in the fact table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138160" y="36576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138160" y="3840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892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quality checks after cleaning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run on Databricks Free Edition and a Microsoft Fabric trial; Power BI report built in Fabric.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Overview: $1.49B at a 20% margin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71780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/private/tmp/claude-501/-Users-gangarajukonimeti-Desktop/366f4ea9-3335-4a80-81b9-9f0bc8a1693a/scratchpad/deck/img/page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53312"/>
            <a:ext cx="7031736" cy="39684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48640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report page exported from the Power BI dashboard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page shows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44" dirty="0"/>
          </a:p>
        </p:txBody>
      </p:sp>
      <p:sp>
        <p:nvSpPr>
          <p:cNvPr id="9" name="Text 6"/>
          <p:cNvSpPr txBox="1"/>
          <p:nvPr/>
        </p:nvSpPr>
        <p:spPr>
          <a:xfrm>
            <a:off x="8522208" y="182880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of $1,487M from 19,676 orders, at a 20% profit margin.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01000" y="3035808"/>
            <a:ext cx="384048" cy="38404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44" dirty="0"/>
          </a:p>
        </p:txBody>
      </p:sp>
      <p:sp>
        <p:nvSpPr>
          <p:cNvPr id="12" name="Text 9"/>
          <p:cNvSpPr txBox="1"/>
          <p:nvPr/>
        </p:nvSpPr>
        <p:spPr>
          <a:xfrm>
            <a:off x="8522208" y="301752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Subcategories are close: Men leads with $75M, then Skincare $71M and Decor $70M.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01000" y="4224528"/>
            <a:ext cx="384048" cy="38404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44" dirty="0"/>
          </a:p>
        </p:txBody>
      </p:sp>
      <p:sp>
        <p:nvSpPr>
          <p:cNvPr id="15" name="Text 12"/>
          <p:cNvSpPr txBox="1"/>
          <p:nvPr/>
        </p:nvSpPr>
        <p:spPr>
          <a:xfrm>
            <a:off x="8522208" y="42062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 % reads 1.00 because each customer placed about 10 orders in this dataset.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synthetic retail dataset (dev scale, 49,697 sales lines). Figures illustrate the pipeline, not a real retailer.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Analysis: revenue follows store count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71780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/private/tmp/claude-501/-Users-gangarajukonimeti-Desktop/366f4ea9-3335-4a80-81b9-9f0bc8a1693a/scratchpad/deck/img/page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53312"/>
            <a:ext cx="7031736" cy="39684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48640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report page exported from the Power BI dashboard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page shows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44" dirty="0"/>
          </a:p>
        </p:txBody>
      </p:sp>
      <p:sp>
        <p:nvSpPr>
          <p:cNvPr id="9" name="Text 6"/>
          <p:cNvSpPr txBox="1"/>
          <p:nvPr/>
        </p:nvSpPr>
        <p:spPr>
          <a:xfrm>
            <a:off x="8522208" y="182880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earns 40% of sales ($594M) because it has 8 of the 20 stores. Per store, all regions earn $73M to $77M.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01000" y="3035808"/>
            <a:ext cx="384048" cy="38404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44" dirty="0"/>
          </a:p>
        </p:txBody>
      </p:sp>
      <p:sp>
        <p:nvSpPr>
          <p:cNvPr id="12" name="Text 9"/>
          <p:cNvSpPr txBox="1"/>
          <p:nvPr/>
        </p:nvSpPr>
        <p:spPr>
          <a:xfrm>
            <a:off x="8522208" y="301752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swing between about $0.5M and $2.9M with no clear trend or seasonality.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01000" y="4224528"/>
            <a:ext cx="384048" cy="38404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44" dirty="0"/>
          </a:p>
        </p:txBody>
      </p:sp>
      <p:sp>
        <p:nvSpPr>
          <p:cNvPr id="15" name="Text 12"/>
          <p:cNvSpPr txBox="1"/>
          <p:nvPr/>
        </p:nvSpPr>
        <p:spPr>
          <a:xfrm>
            <a:off x="8522208" y="42062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bars look double size: Ajmer Mall and Nagaon Outlet are each two stores sharing one name.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synthetic retail dataset (dev scale, 49,697 sales lines). Figures illustrate the pipeline, not a real retailer.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Analysis: Electronics earns least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71780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/private/tmp/claude-501/-Users-gangarajukonimeti-Desktop/366f4ea9-3335-4a80-81b9-9f0bc8a1693a/scratchpad/deck/img/page-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53312"/>
            <a:ext cx="7031736" cy="39684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48640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report page exported from the Power BI dashboard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page shows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44" dirty="0"/>
          </a:p>
        </p:txBody>
      </p:sp>
      <p:sp>
        <p:nvSpPr>
          <p:cNvPr id="9" name="Text 6"/>
          <p:cNvSpPr txBox="1"/>
          <p:nvPr/>
        </p:nvSpPr>
        <p:spPr>
          <a:xfrm>
            <a:off x="8522208" y="182880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Clothing, Beauty and Grocery each bring in about $250M to $261M.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01000" y="3035808"/>
            <a:ext cx="384048" cy="38404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44" dirty="0"/>
          </a:p>
        </p:txBody>
      </p:sp>
      <p:sp>
        <p:nvSpPr>
          <p:cNvPr id="12" name="Text 9"/>
          <p:cNvSpPr txBox="1"/>
          <p:nvPr/>
        </p:nvSpPr>
        <p:spPr>
          <a:xfrm>
            <a:off x="8522208" y="301752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margin: Beauty 21.2% is best, Electronics 18.7% is lowest.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01000" y="4224528"/>
            <a:ext cx="384048" cy="38404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44" dirty="0"/>
          </a:p>
        </p:txBody>
      </p:sp>
      <p:sp>
        <p:nvSpPr>
          <p:cNvPr id="15" name="Text 12"/>
          <p:cNvSpPr txBox="1"/>
          <p:nvPr/>
        </p:nvSpPr>
        <p:spPr>
          <a:xfrm>
            <a:off x="8522208" y="42062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$40M (2.7% of sales) sits under "Unknown" because the source category was missing.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synthetic retail dataset (dev scale, 49,697 sales lines). Figures illustrate the pipeline, not a real retailer.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Analysis: segments spend alike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71780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/private/tmp/claude-501/-Users-gangarajukonimeti-Desktop/366f4ea9-3335-4a80-81b9-9f0bc8a1693a/scratchpad/deck/img/page-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53312"/>
            <a:ext cx="7031736" cy="39684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48640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report page exported from the Power BI dashboard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page shows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001000" y="1847088"/>
            <a:ext cx="384048" cy="38404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44" dirty="0"/>
          </a:p>
        </p:txBody>
      </p:sp>
      <p:sp>
        <p:nvSpPr>
          <p:cNvPr id="9" name="Text 6"/>
          <p:cNvSpPr txBox="1"/>
          <p:nvPr/>
        </p:nvSpPr>
        <p:spPr>
          <a:xfrm>
            <a:off x="8522208" y="182880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customers are 54% of the base (1,085) and 55% of sales ($821M).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01000" y="3035808"/>
            <a:ext cx="384048" cy="38404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44" dirty="0"/>
          </a:p>
        </p:txBody>
      </p:sp>
      <p:sp>
        <p:nvSpPr>
          <p:cNvPr id="12" name="Text 9"/>
          <p:cNvSpPr txBox="1"/>
          <p:nvPr/>
        </p:nvSpPr>
        <p:spPr>
          <a:xfrm>
            <a:off x="8522208" y="301752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per customer is almost equal: Regular $757K, Occasional $735K, Premium $719K.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01000" y="4224528"/>
            <a:ext cx="384048" cy="38404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44" dirty="0"/>
          </a:p>
        </p:txBody>
      </p:sp>
      <p:sp>
        <p:nvSpPr>
          <p:cNvPr id="15" name="Text 12"/>
          <p:cNvSpPr txBox="1"/>
          <p:nvPr/>
        </p:nvSpPr>
        <p:spPr>
          <a:xfrm>
            <a:off x="8522208" y="42062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customers do not spend more than the other segments, so the label is not adding value.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synthetic retail dataset (dev scale, 49,697 sales lines). Figures illustrate the pipeline, not a real retailer.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findings that stand 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8640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63640" y="1280160"/>
            <a:ext cx="548640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Discounts cut the margin by 10 points</a:t>
            </a:r>
            <a:endParaRPr lang="en-US" sz="1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9202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50292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of sales lines carry a discount. Those lines make $792M of sales at a 15.1% margin, against 25.8% on full-price lines.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417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 of reported sales did not complete</a:t>
            </a:r>
            <a:endParaRPr lang="en-US" sz="19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492240" y="19202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492240" y="50292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$251M of the $1,487M headline sales comes from cancelled or returned orders, and another $77M is still pending. Total Sales currently counts all of it.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Gold fact_sales joined to Silver orders in Databricks. Discount split by sales line; status split by revenue share.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the data before analysing it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problem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raw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cleaning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customers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missing a 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lines pointing at unknown products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lines with negative quantity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 with an invalid amount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payments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680960" y="1371600"/>
            <a:ext cx="4069080" cy="3520440"/>
          </a:xfrm>
          <a:prstGeom prst="roundRect">
            <a:avLst>
              <a:gd name="adj" fmla="val 3117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90956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rows are kept, not deleted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21031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rejected row goes to a quarantine table with a reason, so nothing disappears silently and each fix can be traced.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33832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checks also caught 198 orphaned payments linked to orders that had been removed. That gap was fixed and re-verified.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257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checks, run on raw and cleaned data: every raw check failed as expected and every cleaned check passed.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Databricks data-quality results table (dev-scale run).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solved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1F3F6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28016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65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267712"/>
            <a:ext cx="310896" cy="310896"/>
          </a:xfrm>
          <a:prstGeom prst="ellipse">
            <a:avLst/>
          </a:prstGeom>
          <a:solidFill>
            <a:srgbClr val="B7BEC8"/>
          </a:solidFill>
          <a:ln w="12700">
            <a:solidFill>
              <a:srgbClr val="B7BE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945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blanks and broken keys inside the numbers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310896" cy="310896"/>
          </a:xfrm>
          <a:prstGeom prst="ellipse">
            <a:avLst/>
          </a:prstGeom>
          <a:solidFill>
            <a:srgbClr val="B7BEC8"/>
          </a:solidFill>
          <a:ln w="12700">
            <a:solidFill>
              <a:srgbClr val="B7BE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12724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the totals were right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133088"/>
            <a:ext cx="310896" cy="310896"/>
          </a:xfrm>
          <a:prstGeom prst="ellipse">
            <a:avLst/>
          </a:prstGeom>
          <a:solidFill>
            <a:srgbClr val="B7BEC8"/>
          </a:solidFill>
          <a:ln w="12700">
            <a:solidFill>
              <a:srgbClr val="B7BE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05993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rows silently dropped or ignored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5065776"/>
            <a:ext cx="310896" cy="310896"/>
          </a:xfrm>
          <a:prstGeom prst="ellipse">
            <a:avLst/>
          </a:prstGeom>
          <a:solidFill>
            <a:srgbClr val="B7BEC8"/>
          </a:solidFill>
          <a:ln w="12700">
            <a:solidFill>
              <a:srgbClr val="B7BE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65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992624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view of sales, product, store and customer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0" y="2267712"/>
            <a:ext cx="310896" cy="310896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1945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passes every quality check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83680" y="3200400"/>
            <a:ext cx="310896" cy="310896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312724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and Total Profit match exactly between Databricks and Power BI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83680" y="4133088"/>
            <a:ext cx="310896" cy="310896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405993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rows quarantined with reasons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83680" y="5065776"/>
            <a:ext cx="310896" cy="310896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0" y="5065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499262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star schema drives all four report pages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check: Total Sales 1,487,189,516.08 and Total Profit 298,982,105.59 in both Databricks and Power BI.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retailer can do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420624" cy="420624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72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447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cancellations and returns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of orders (about $251M of sales) do not complete. Each point recovered is worth roughly $15M. Fix stock accuracy and delivery promises, and record return reasons.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51960" y="128016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1463040"/>
            <a:ext cx="420624" cy="420624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72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4447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Discipline discounting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05740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lines earn a 15.1% margin against 25.8% at full price. Cap discount depth and test whether discounts truly lift volume.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463040"/>
            <a:ext cx="420624" cy="420624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72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14447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Electronics pricing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05740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has the lowest margin (18.7%) against Beauty (21.2%). Renegotiate supplier cost or adjust price, and lean the mix toward Beauty and Clothing.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977640"/>
            <a:ext cx="420624" cy="420624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72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9593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payment failures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57200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5% of payments fail, highest on debit cards (5.5%). Add retry flows and nudge customers toward UPI and wallets.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251960" y="379476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3977640"/>
            <a:ext cx="420624" cy="420624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484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72" dirty="0"/>
          </a:p>
        </p:txBody>
      </p:sp>
      <p:sp>
        <p:nvSpPr>
          <p:cNvPr id="26" name="Text 24"/>
          <p:cNvSpPr txBox="1"/>
          <p:nvPr/>
        </p:nvSpPr>
        <p:spPr>
          <a:xfrm>
            <a:off x="4983480" y="39593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Premium mean something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457200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customers spend $719K each, below Regular at $757K. Tie the tier to spend and add benefits that earn higher value.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8046720" y="379476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0" y="3977640"/>
            <a:ext cx="420624" cy="420624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72" dirty="0"/>
          </a:p>
        </p:txBody>
      </p:sp>
      <p:sp>
        <p:nvSpPr>
          <p:cNvPr id="31" name="Text 29"/>
          <p:cNvSpPr txBox="1"/>
          <p:nvPr/>
        </p:nvSpPr>
        <p:spPr>
          <a:xfrm>
            <a:off x="8778240" y="39593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the website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457200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carries 45% of orders at an order value similar to stores. Invest in conversion, and lift the mobile app, which lags at 20%.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are tied to figures in this dataset. Effects of actions (for example discount lift) would need real transaction history to confirm.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how to read this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the dashboard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stores by store ID, so shared names are not merged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completed-order sales ($1,159M) beside the current total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cancellation, return and payment-failure cards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date table to enable year-on-year and month-on-month growth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Top 10 and Bottom 10 products, and tidy the layout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0" y="1280160"/>
            <a:ext cx="5303520" cy="4572000"/>
          </a:xfrm>
          <a:prstGeom prst="roundRect">
            <a:avLst>
              <a:gd name="adj" fmla="val 2400"/>
            </a:avLst>
          </a:prstGeom>
          <a:solidFill>
            <a:srgbClr val="15355F"/>
          </a:solidFill>
          <a:ln w="12700">
            <a:solidFill>
              <a:srgbClr val="2A4C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0" y="1463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numbers carefully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05740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synthetic and evenly spread, so most differences between regions, categories and segments are small.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 signals are the discount margin gap and the share of orders that never complete.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 % is 100% here only because customers average about 10 orders each.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 data, re-run the same pipeline and refresh the dashboard.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repository: github.com/Gangarajukonimeti2012/retail-data-engineering-databricks-fabric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Analytics Dashboard</dc:title>
  <dc:subject>PptxGenJS Presentation</dc:subject>
  <dc:creator>PptxGenJS</dc:creator>
  <cp:lastModifiedBy>PptxGenJS</cp:lastModifiedBy>
  <cp:revision>1</cp:revision>
  <dcterms:created xsi:type="dcterms:W3CDTF">2026-09-24T06:35:00Z</dcterms:created>
  <dcterms:modified xsi:type="dcterms:W3CDTF">2026-09-24T06:35:00Z</dcterms:modified>
</cp:coreProperties>
</file>